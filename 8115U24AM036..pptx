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84" r:id="rId4"/>
    <p:sldId id="288" r:id="rId5"/>
    <p:sldId id="293" r:id="rId6"/>
    <p:sldId id="289" r:id="rId7"/>
    <p:sldId id="290" r:id="rId8"/>
    <p:sldId id="267" r:id="rId9"/>
    <p:sldId id="294" r:id="rId10"/>
    <p:sldId id="268" r:id="rId11"/>
    <p:sldId id="295" r:id="rId12"/>
    <p:sldId id="291" r:id="rId13"/>
    <p:sldId id="29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66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A12BF-2380-4890-A9DE-3097C2C62528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F91DE1-B03A-46EB-9479-29D63226E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279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DE70458B-F185-48DB-AD85-3796F7DB4F8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943FFAAB-55BD-4260-A4E4-7D8FCB28E61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6147" name="Rectangle 1">
            <a:extLst>
              <a:ext uri="{FF2B5EF4-FFF2-40B4-BE49-F238E27FC236}">
                <a16:creationId xmlns:a16="http://schemas.microsoft.com/office/drawing/2014/main" id="{468E4D85-E32A-485E-A661-F2143B7E62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DF6CCD87-E991-4187-8B98-51E783BF2F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323DF40D-1800-48F2-89B0-8451D73D046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90E773DE-2121-4534-891E-4D269B6198E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8195" name="Rectangle 1">
            <a:extLst>
              <a:ext uri="{FF2B5EF4-FFF2-40B4-BE49-F238E27FC236}">
                <a16:creationId xmlns:a16="http://schemas.microsoft.com/office/drawing/2014/main" id="{8CB8B7FE-98D4-4BC1-AF30-2F4B2E5766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B0E2CBEC-FF7E-446A-8770-6539CBEDA3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ADD78955-C1FE-40D4-96C8-D83EED03293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3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C5941417-7B8B-45B9-A1EA-25E1C6DB8D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37FADAFF-EC84-4B75-AF76-DFFFC331A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837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07779-343E-C626-0B2F-A7B20722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263A50E7-86E2-67B7-B3C2-9AF766054B2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737B61EA-53D9-2C9C-932C-31B0293FCB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CD119B16-AB48-A3FC-DDC0-43C87D036F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859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ADD78955-C1FE-40D4-96C8-D83EED03293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8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C5941417-7B8B-45B9-A1EA-25E1C6DB8D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37FADAFF-EC84-4B75-AF76-DFFFC331A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700B34B3-F11D-401F-AE5A-0CDCF245697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CDF72DBD-CD55-4242-88CA-B9CE0ADBB4A8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10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148635A5-0162-482E-B90D-94496DF27D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94F9F38F-4E38-43CB-9112-F63FDBAC06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>
            <a:extLst>
              <a:ext uri="{FF2B5EF4-FFF2-40B4-BE49-F238E27FC236}">
                <a16:creationId xmlns:a16="http://schemas.microsoft.com/office/drawing/2014/main" id="{3DA2BD8A-69E4-4109-9376-BB9CAFF25AC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5F561648-146D-47FD-B529-EC509853122C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/>
              <a:t>14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36867" name="Rectangle 1">
            <a:extLst>
              <a:ext uri="{FF2B5EF4-FFF2-40B4-BE49-F238E27FC236}">
                <a16:creationId xmlns:a16="http://schemas.microsoft.com/office/drawing/2014/main" id="{D5F9E9D7-7723-4503-AB02-FE828231E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6DA026BC-D0FD-4BA6-A806-A13BF7912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F89E-E277-AF8E-49F6-72A76B180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D04B1-AE16-B6BA-1931-FC4853B2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F05AC-2B29-B091-F2D7-ED96F7D8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6A8F6-8FD4-DA77-E0AD-189CD890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53765-EFFD-C5B8-D943-5D93BC34F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85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A9F8-12EB-EFF7-0744-D287E5B9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83AD1-300B-3C68-20B9-39142238C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81028-1B69-451E-3144-37F52068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0EE3D-4F86-87ED-8F44-BFF2F45E8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D9467-4453-E14C-3ED2-5ABB2A46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256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BD00F-E918-055A-4616-4EEA16A4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2D093-0330-DA39-1E58-89632D952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5A767-90E2-6AF5-1864-93B40D28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4F8BF-63FA-5BB3-B9FA-3A06958E0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1A44-8F8B-0587-D08F-B89AB981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957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ED54B-F397-8955-3FEA-6C969D0D1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02DC3-E323-16AC-8A29-88D1F9F7E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91C72-1CC5-2AD7-A8C3-55DC48CC4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94270-71B6-D9F6-72B5-EAE1C8A5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1EA33-F213-7A3A-DC63-730394EA6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D17D4-61FE-7C16-4C64-14CCBE5F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409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FD53-581C-677C-682F-D41E43814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8C7BF-EDDE-2A1B-4E62-ACB320B3F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E3186-9648-6B4F-9B18-5DC0C3C1E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806C6-8ECC-170E-F981-6CD97F75D9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5DA98D-030B-292A-C8A7-F4FEA51EB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F2B296-432F-F025-F850-EFEF2148D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8EC2FE-9C4F-9D39-DAD1-DCE0CBD9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C4145-3441-5834-D7AE-C0CC6812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4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5E4E3-7E7C-EEC8-5EB8-4AFA3E0A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D86027-1488-8291-70CA-C24E0710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0DF85-ECB1-F665-71C0-EFBE74E9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DDAFE-02EA-3655-A05E-1C31B4CD4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142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C1A35D-7C71-0752-B2BB-E5C4D0C3C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318D7F-94A9-239C-B8D1-D408C647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6175B-F480-AC31-B0CA-044FD4B4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776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EF21-319B-0907-0D80-8DEDC07D5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D8AEC-2C9D-6214-0052-EF4733CEF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8E77F-9176-76EE-76B3-19240F10E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75E2C-07E5-B688-BF50-D327E3053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6B84F-0FD7-F6CB-50DA-AAB1A73F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F7CBB-C41F-989F-08C2-E4442E3FF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83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6345-EA37-8C6A-C178-39B32965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4251E9-0BAA-127A-E65B-5AC7D45C2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B98CF-DF76-141B-762A-A65D35637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0CD96-760E-5300-1C4F-003F42C0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EFD3F-AD02-03B3-84FE-20F9F631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A0320-2A44-851A-082D-5B40482B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59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884B-B8F1-675F-654B-8770D0C3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B45BE-EC73-9A7B-A9A6-E1A3E0B98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E643E-EE56-B785-F106-2C0ED6BF4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2B2CC-DF2E-AE86-92BD-24625557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8BA80-780F-AB29-8AAC-62F8CD3B8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89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1B0D7E-C14F-5DFE-B774-40F4131362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BB635-47B1-BE7A-42AF-7099B604E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98DCA-F058-FD44-4D76-01BE21ED1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25EAC-EB78-95CB-CAE8-110216F35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210C4-F616-EE28-479C-3DA4F9150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035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FD2757-5863-4F7E-A9A8-D6E218C07F0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2/7/20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77BD60-6440-49BB-95F9-FA915E90D2C1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1F0C1-FE4D-47C4-BFD4-577E77A4BE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6249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5755F3-BEF6-DEF9-4CB1-1B5D2AA3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12260-9AEE-0F6C-393D-081813D4F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C6917-09DF-778A-8957-A72F2F6F9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924AB-9F36-4178-90AC-C49D492A1C56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3656D-2DBA-CEE6-4E60-9E615014C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5E9C8-F63C-F72D-C515-B8CD271F2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7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8A1FDFE6-6E49-4223-80FE-ED06113CE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-1684338"/>
            <a:ext cx="3543300" cy="3514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5124" name="Picture 3">
            <a:extLst>
              <a:ext uri="{FF2B5EF4-FFF2-40B4-BE49-F238E27FC236}">
                <a16:creationId xmlns:a16="http://schemas.microsoft.com/office/drawing/2014/main" id="{3C70AA84-2F58-4D76-926D-E4FAA3026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04" y="356884"/>
            <a:ext cx="1312323" cy="1300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306928EC-A811-0A0B-9507-48536AEAC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718" y="230748"/>
            <a:ext cx="1811291" cy="1309549"/>
          </a:xfrm>
          <a:prstGeom prst="rect">
            <a:avLst/>
          </a:prstGeom>
        </p:spPr>
      </p:pic>
      <p:sp>
        <p:nvSpPr>
          <p:cNvPr id="2" name="Google Shape;146;p26">
            <a:extLst>
              <a:ext uri="{FF2B5EF4-FFF2-40B4-BE49-F238E27FC236}">
                <a16:creationId xmlns:a16="http://schemas.microsoft.com/office/drawing/2014/main" id="{734F5211-846E-9FD9-6898-93C19F1D3E9A}"/>
              </a:ext>
            </a:extLst>
          </p:cNvPr>
          <p:cNvSpPr txBox="1"/>
          <p:nvPr/>
        </p:nvSpPr>
        <p:spPr>
          <a:xfrm>
            <a:off x="371304" y="3967589"/>
            <a:ext cx="11563350" cy="11905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PRESENTED BY                                                                SUPERVISOR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lvl="0" algn="just">
              <a:lnSpc>
                <a:spcPct val="150000"/>
              </a:lnSpc>
              <a:buSzPts val="2400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MITHRA S                                                            	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Mr. </a:t>
            </a:r>
            <a:r>
              <a:rPr lang="en-GB" sz="2400" b="1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P.Nagaraj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, M.E.,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8115U24AM036                                      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   Assistant Professor / A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I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&amp;ML</a:t>
            </a: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endParaRPr lang="en-US" sz="2400" b="1" dirty="0">
              <a:solidFill>
                <a:schemeClr val="dk1"/>
              </a:solidFill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 Narrow" panose="020B0606020202030204"/>
              </a:rPr>
              <a:t>Date of Review : 06.05.2026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					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631001-5234-830D-A4E1-6F49872B763A}"/>
              </a:ext>
            </a:extLst>
          </p:cNvPr>
          <p:cNvSpPr txBox="1"/>
          <p:nvPr/>
        </p:nvSpPr>
        <p:spPr>
          <a:xfrm>
            <a:off x="2876872" y="356884"/>
            <a:ext cx="6094708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18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K. RAMAKRISHNAN COLLEGE OF ENGINEERING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18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(AUTONOMOUS), SAMAYAPURAM – TRICHY</a:t>
            </a:r>
          </a:p>
          <a:p>
            <a:pPr lvl="0" algn="ctr">
              <a:lnSpc>
                <a:spcPct val="150000"/>
              </a:lnSpc>
              <a:buSzPts val="2000"/>
            </a:pPr>
            <a:r>
              <a:rPr lang="en-US" sz="18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CSE(</a:t>
            </a: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MACHINE LEARNING) </a:t>
            </a:r>
          </a:p>
          <a:p>
            <a:pPr lvl="0" algn="ctr">
              <a:lnSpc>
                <a:spcPct val="150000"/>
              </a:lnSpc>
              <a:buSzPts val="2000"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CGB</a:t>
            </a:r>
            <a:r>
              <a:rPr lang="en-US" sz="18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1221 – </a:t>
            </a: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</a:t>
            </a:r>
            <a:endParaRPr lang="en-US" sz="1800" b="1" i="0" u="none" strike="noStrike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8" name="Google Shape;151;p26">
            <a:extLst>
              <a:ext uri="{FF2B5EF4-FFF2-40B4-BE49-F238E27FC236}">
                <a16:creationId xmlns:a16="http://schemas.microsoft.com/office/drawing/2014/main" id="{CCFA4157-190E-4A44-28C3-B7EBD44021C2}"/>
              </a:ext>
            </a:extLst>
          </p:cNvPr>
          <p:cNvSpPr txBox="1"/>
          <p:nvPr/>
        </p:nvSpPr>
        <p:spPr>
          <a:xfrm>
            <a:off x="1176734" y="2890411"/>
            <a:ext cx="9838531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sz="32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SHOPPING APPLICATION DATABASE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2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>
            <a:extLst>
              <a:ext uri="{FF2B5EF4-FFF2-40B4-BE49-F238E27FC236}">
                <a16:creationId xmlns:a16="http://schemas.microsoft.com/office/drawing/2014/main" id="{7477C302-5B5F-4848-9A2A-2B6F511ACC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OVERVIEW</a:t>
            </a: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508F8BF2-6D65-4AA4-8FCF-20F773D3A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2522" y="1417638"/>
            <a:ext cx="5801127" cy="22399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344487" indent="-342900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Analysis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used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"/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7172" name="Picture 3">
            <a:extLst>
              <a:ext uri="{FF2B5EF4-FFF2-40B4-BE49-F238E27FC236}">
                <a16:creationId xmlns:a16="http://schemas.microsoft.com/office/drawing/2014/main" id="{D2771C55-04C2-41BA-80F2-EDC06FBE8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88" y="350839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2B910152-ED4B-3721-DEDA-54C63D305D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397CEB3E-4EB7-48C7-BAED-717A8949B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95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2800" b="1" dirty="0">
              <a:solidFill>
                <a:srgbClr val="FF0066"/>
              </a:solidFill>
              <a:cs typeface="Arial" panose="020B0604020202020204" pitchFamily="34" charset="0"/>
            </a:endParaRP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EBDB400C-E378-4C6B-BA39-B59CD3A30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39B186D8-8EA8-8FF9-4988-1EE801161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75E57ACC-E139-DF37-7DE0-919C755A2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5552" y="2142510"/>
            <a:ext cx="7777444" cy="292843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31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163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344487" indent="-342900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554390-C409-4F02-BD32-293F89AD5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376" y="2301083"/>
            <a:ext cx="10705170" cy="2611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web-based vegetable shop management system using Flask.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allow users to browse products, add items to cart, and purchase easily.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manage product details, cart, and purchase history efficiently.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simple and user-friendly interface for online shopping. </a:t>
            </a:r>
          </a:p>
        </p:txBody>
      </p:sp>
    </p:spTree>
    <p:extLst>
      <p:ext uri="{BB962C8B-B14F-4D97-AF65-F5344CB8AC3E}">
        <p14:creationId xmlns:p14="http://schemas.microsoft.com/office/powerpoint/2010/main" val="19011884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246D2-318F-7E6C-6C31-358C56D1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DB29D92B-FA91-27B2-EAC0-A68260D0F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95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ANALYSIS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 sz="2800" b="1" dirty="0">
              <a:solidFill>
                <a:srgbClr val="FF0066"/>
              </a:solidFill>
              <a:cs typeface="Arial" panose="020B0604020202020204" pitchFamily="34" charset="0"/>
            </a:endParaRP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679E935B-2F3A-EAB6-7896-7CFA29A99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A13E8E1C-69CF-9793-585F-486B9BD9E4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C4FA911-8900-2D8E-43BB-15C47616F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343" y="2055608"/>
            <a:ext cx="7840608" cy="3072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vegetable shopping lacks digital tracking.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proper system to manage cart and purchase history.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billing is time-consuming and error-prone.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system for managing products and users.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maintaining inventory records. </a:t>
            </a:r>
          </a:p>
        </p:txBody>
      </p:sp>
    </p:spTree>
    <p:extLst>
      <p:ext uri="{BB962C8B-B14F-4D97-AF65-F5344CB8AC3E}">
        <p14:creationId xmlns:p14="http://schemas.microsoft.com/office/powerpoint/2010/main" val="207406287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B371C4-B1E8-7905-6A10-A9EAD87A2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639" y="648431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7D740DE-296F-EA1F-0A78-6AAFC80A2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56" y="38067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0720CE87-E26F-791E-A44C-70FB75492C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483842"/>
            <a:ext cx="1510596" cy="1092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0369DB-0757-C222-006B-7B762415E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292" y="1575992"/>
            <a:ext cx="8554962" cy="479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858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F06ED0E-3EFD-35C7-9AB5-D3BD531CA1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3006290" y="586469"/>
            <a:ext cx="6695975" cy="47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altLang="en-US" sz="24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24265DCF-2747-B330-3AFC-E0BDCC48E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9CAA6CD6-2EFC-AF33-ED5C-6FD80DEA7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452" y="197797"/>
            <a:ext cx="1510596" cy="1092149"/>
          </a:xfrm>
          <a:prstGeom prst="rect">
            <a:avLst/>
          </a:prstGeom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30550019-9E8E-6074-2F48-6655B30A8F7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1658792"/>
            <a:ext cx="6123792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using session management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for products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Cart management system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Purchase processing logic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interaction using SQLite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HTML rendering using Flask </a:t>
            </a:r>
          </a:p>
        </p:txBody>
      </p:sp>
    </p:spTree>
    <p:extLst>
      <p:ext uri="{BB962C8B-B14F-4D97-AF65-F5344CB8AC3E}">
        <p14:creationId xmlns:p14="http://schemas.microsoft.com/office/powerpoint/2010/main" val="897121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655958-82B3-B313-ACF8-284AB91F1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247" y="465551"/>
            <a:ext cx="7336501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USED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835E8EA3-3D99-9E92-75B4-D66E25277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55D371F8-A8C7-794C-522F-EFAFA601E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4EFD101A-FCB1-D17E-5079-AABC0EEA6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6223" y="1401972"/>
            <a:ext cx="4304383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username, password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name, price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cart_id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PurchaseHistory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purchase_id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item, price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465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397CEB3E-4EB7-48C7-BAED-717A8949B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04800"/>
            <a:ext cx="6934200" cy="95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EBDB400C-E378-4C6B-BA39-B59CD3A30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39B186D8-8EA8-8FF9-4988-1EE801161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595" y="197797"/>
            <a:ext cx="1510596" cy="1092149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265604B6-E4AF-474E-6F5C-7A5FF7D056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419856" cy="3419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CEA239F-6177-75D7-B623-E5DA0F8FC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765" y="1724582"/>
            <a:ext cx="8035871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Login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Authenticates users using username and password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user session for secure access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Dashboard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total products, cart items, and purchase history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 navigation to all sections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Product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adding new vegetable products with price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available products for users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2D809-F0CB-94E0-074B-DABF107E2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563" y="1825625"/>
            <a:ext cx="9641236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Cart Module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users to add items to cart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and displays total bill amount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Purchase Module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 cart items to purchase history after checkout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Clears cart after successful purchase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9A93CF-D21D-ABF0-5A33-3A89779972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12562" y="594668"/>
            <a:ext cx="8369085" cy="866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22A58CD0-1C87-FEDE-1AF1-A64CCDFF3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66" y="365125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0A4948B0-D7C0-1563-9F47-FD3BB4D2E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5090" y="347687"/>
            <a:ext cx="1510596" cy="109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246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6074EF04-2DF4-436A-8AF9-45418D4C223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53064" y="541924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20483" name="Picture 2">
            <a:extLst>
              <a:ext uri="{FF2B5EF4-FFF2-40B4-BE49-F238E27FC236}">
                <a16:creationId xmlns:a16="http://schemas.microsoft.com/office/drawing/2014/main" id="{9725A798-1CF7-4198-9EC3-017702AFD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62" y="360363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0485" name="Rectangle 1">
            <a:extLst>
              <a:ext uri="{FF2B5EF4-FFF2-40B4-BE49-F238E27FC236}">
                <a16:creationId xmlns:a16="http://schemas.microsoft.com/office/drawing/2014/main" id="{D480A21E-9DCB-4127-8D85-97D1D569F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928814"/>
            <a:ext cx="87153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endParaRPr lang="en-IN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79E271B2-AA92-2F54-21A7-2AAB4B1BB5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936" y="360363"/>
            <a:ext cx="1510596" cy="1092149"/>
          </a:xfrm>
          <a:prstGeom prst="rect">
            <a:avLst/>
          </a:prstGeom>
        </p:spPr>
      </p:pic>
      <p:sp>
        <p:nvSpPr>
          <p:cNvPr id="8" name="AutoShape 10">
            <a:extLst>
              <a:ext uri="{FF2B5EF4-FFF2-40B4-BE49-F238E27FC236}">
                <a16:creationId xmlns:a16="http://schemas.microsoft.com/office/drawing/2014/main" id="{0F332C95-487F-84F4-3ACE-2259D79257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165676" cy="3165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2">
            <a:extLst>
              <a:ext uri="{FF2B5EF4-FFF2-40B4-BE49-F238E27FC236}">
                <a16:creationId xmlns:a16="http://schemas.microsoft.com/office/drawing/2014/main" id="{9CE16581-CDA0-0819-6DAD-7260876EA7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Image 54">
            <a:extLst>
              <a:ext uri="{FF2B5EF4-FFF2-40B4-BE49-F238E27FC236}">
                <a16:creationId xmlns:a16="http://schemas.microsoft.com/office/drawing/2014/main" id="{19C205C9-E958-9F7C-FF95-85B285BE67A2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44748" y="2097882"/>
            <a:ext cx="5498852" cy="3273425"/>
          </a:xfrm>
          <a:prstGeom prst="rect">
            <a:avLst/>
          </a:prstGeom>
        </p:spPr>
      </p:pic>
      <p:pic>
        <p:nvPicPr>
          <p:cNvPr id="7" name="Image 55">
            <a:extLst>
              <a:ext uri="{FF2B5EF4-FFF2-40B4-BE49-F238E27FC236}">
                <a16:creationId xmlns:a16="http://schemas.microsoft.com/office/drawing/2014/main" id="{E827A1BE-8EAE-91F7-592C-C851D7D3D89C}"/>
              </a:ext>
            </a:extLst>
          </p:cNvPr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323308" y="2097881"/>
            <a:ext cx="5612377" cy="32734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7AC1287-5C10-0A4F-0947-EF2A21BABE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8FA72A3-08F1-B704-2CAB-7025F257F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62" y="360363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7B4432FA-B7B3-B46B-ACF1-E66F18C9B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8936" y="360363"/>
            <a:ext cx="1510596" cy="1092149"/>
          </a:xfrm>
          <a:prstGeom prst="rect">
            <a:avLst/>
          </a:prstGeom>
        </p:spPr>
      </p:pic>
      <p:pic>
        <p:nvPicPr>
          <p:cNvPr id="10" name="Image 56">
            <a:extLst>
              <a:ext uri="{FF2B5EF4-FFF2-40B4-BE49-F238E27FC236}">
                <a16:creationId xmlns:a16="http://schemas.microsoft.com/office/drawing/2014/main" id="{4D9DE143-0E5D-5D7A-AC8E-0524EF3D1BEE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32362" y="2061370"/>
            <a:ext cx="5580241" cy="3494771"/>
          </a:xfrm>
          <a:prstGeom prst="rect">
            <a:avLst/>
          </a:prstGeom>
        </p:spPr>
      </p:pic>
      <p:pic>
        <p:nvPicPr>
          <p:cNvPr id="11" name="Image 57">
            <a:extLst>
              <a:ext uri="{FF2B5EF4-FFF2-40B4-BE49-F238E27FC236}">
                <a16:creationId xmlns:a16="http://schemas.microsoft.com/office/drawing/2014/main" id="{4228A676-AF8E-3FD4-21F0-F2287B000E37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028840" y="2061371"/>
            <a:ext cx="5910913" cy="349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780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DCB3D6C-BB3A-D802-452A-9138FBED3A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243655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AF10169-C063-41A9-43E7-DD6D28252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62" y="360363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0F4F5685-1922-5811-C53E-CDA00FA0D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5295" y="360363"/>
            <a:ext cx="1462360" cy="1057275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5E9B5B-4D60-A8E1-4C43-97F40FE148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98588" y="1842903"/>
            <a:ext cx="6603090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simplifies vegetable shopping process.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efficient cart and purchase management.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improves accuracy.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use and scalable for small businesses. </a:t>
            </a:r>
          </a:p>
        </p:txBody>
      </p:sp>
    </p:spTree>
    <p:extLst>
      <p:ext uri="{BB962C8B-B14F-4D97-AF65-F5344CB8AC3E}">
        <p14:creationId xmlns:p14="http://schemas.microsoft.com/office/powerpoint/2010/main" val="765790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C48BEEDC-AE1E-C1C3-6374-50BFF7B97389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2436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endParaRPr lang="en-US" altLang="en-US" sz="28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AF8CB47-209C-DF09-21CA-A339D85CD3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43655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83DD224-97AE-1C88-4491-FA412ED07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62" y="360363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0" name="Picture 9" descr="A blue and white logo&#10;&#10;Description automatically generated">
            <a:extLst>
              <a:ext uri="{FF2B5EF4-FFF2-40B4-BE49-F238E27FC236}">
                <a16:creationId xmlns:a16="http://schemas.microsoft.com/office/drawing/2014/main" id="{92637EE8-2D98-1DA3-8D9E-55E26B0AA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0220" y="377798"/>
            <a:ext cx="1462360" cy="1057275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124627-B502-DE26-B515-4CB786A290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98588" y="1200025"/>
            <a:ext cx="5944063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payment gateway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admin panel for inventory control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quantity management for products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MySQL instead of SQLite for scalability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user registration system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on cloud (AWS / Heroku)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mobile app support </a:t>
            </a:r>
          </a:p>
        </p:txBody>
      </p:sp>
    </p:spTree>
    <p:extLst>
      <p:ext uri="{BB962C8B-B14F-4D97-AF65-F5344CB8AC3E}">
        <p14:creationId xmlns:p14="http://schemas.microsoft.com/office/powerpoint/2010/main" val="726395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aching Teenagers about Thank You Notes | Pleasant Hill, CA Patch">
            <a:extLst>
              <a:ext uri="{FF2B5EF4-FFF2-40B4-BE49-F238E27FC236}">
                <a16:creationId xmlns:a16="http://schemas.microsoft.com/office/drawing/2014/main" id="{E86C9E8C-CF2F-2308-9957-BCE3F5C67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138" y="1342571"/>
            <a:ext cx="5561724" cy="4172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</TotalTime>
  <Words>418</Words>
  <Application>Microsoft Office PowerPoint</Application>
  <PresentationFormat>Widescreen</PresentationFormat>
  <Paragraphs>103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Rounded MT Bold</vt:lpstr>
      <vt:lpstr>Calibri</vt:lpstr>
      <vt:lpstr>Calibri Light</vt:lpstr>
      <vt:lpstr>Times New Roman</vt:lpstr>
      <vt:lpstr>Wingdings</vt:lpstr>
      <vt:lpstr>Office Theme</vt:lpstr>
      <vt:lpstr>PowerPoint Presentation</vt:lpstr>
      <vt:lpstr>PRESENTATION OVERVIEW</vt:lpstr>
      <vt:lpstr>PowerPoint Presentation</vt:lpstr>
      <vt:lpstr>PowerPoint Presentation</vt:lpstr>
      <vt:lpstr>PowerPoint Presentation</vt:lpstr>
      <vt:lpstr>METHODOLOGY</vt:lpstr>
      <vt:lpstr>PowerPoint Presentation</vt:lpstr>
      <vt:lpstr>PowerPoint Presentation</vt:lpstr>
      <vt:lpstr>  MODULES</vt:lpstr>
      <vt:lpstr>IMPLEMENTATION</vt:lpstr>
      <vt:lpstr>IMPLEMENTATION</vt:lpstr>
      <vt:lpstr>CONCLUSION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Matheswaran P</dc:creator>
  <cp:lastModifiedBy>Ranjith Durairaj</cp:lastModifiedBy>
  <cp:revision>25</cp:revision>
  <dcterms:created xsi:type="dcterms:W3CDTF">2023-12-21T13:31:05Z</dcterms:created>
  <dcterms:modified xsi:type="dcterms:W3CDTF">2026-05-05T15:27:01Z</dcterms:modified>
</cp:coreProperties>
</file>